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7" r:id="rId1"/>
  </p:sldMasterIdLst>
  <p:sldIdLst>
    <p:sldId id="1812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9622" autoAdjust="0"/>
    <p:restoredTop sz="94626"/>
  </p:normalViewPr>
  <p:slideViewPr>
    <p:cSldViewPr snapToGrid="0">
      <p:cViewPr varScale="1">
        <p:scale>
          <a:sx n="62" d="100"/>
          <a:sy n="62" d="100"/>
        </p:scale>
        <p:origin x="77" y="40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5264D86-151C-493A-9E0E-4E830A94FC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14CB615-712E-4A02-BA65-4D51C18E5B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B70E655-0D4D-4533-ABB8-B77869939F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B57AFC-4772-4ED3-8719-96D500C0F9FB}" type="datetimeFigureOut">
              <a:rPr lang="ko-KR" altLang="en-US" smtClean="0"/>
              <a:t>2026-06-07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F9D485A-A53D-446B-8BAF-EC031F93DF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232AA7A-B2F1-43D1-BFAD-95BB667838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CE99D6-4630-4502-8353-2796775DB58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86006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112BDF0-EE93-4171-AF16-F5194F30F6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68000"/>
          </a:xfrm>
        </p:spPr>
        <p:txBody>
          <a:bodyPr>
            <a:normAutofit/>
          </a:bodyPr>
          <a:lstStyle>
            <a:lvl1pPr algn="ctr">
              <a:defRPr sz="5400" b="1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12롯데마트드림Bold" panose="02020603020101020101" pitchFamily="18" charset="-127"/>
                <a:ea typeface="12롯데마트드림Bold" panose="02020603020101020101" pitchFamily="18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26438651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31BCDDE-0ED2-4058-A73C-86AA579913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9941"/>
            <a:ext cx="12192000" cy="1368000"/>
          </a:xfrm>
        </p:spPr>
        <p:txBody>
          <a:bodyPr/>
          <a:lstStyle>
            <a:lvl1pPr algn="ctr">
              <a:defRPr b="1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12롯데마트드림Bold" panose="02020603020101020101" pitchFamily="18" charset="-127"/>
                <a:ea typeface="12롯데마트드림Bold" panose="02020603020101020101" pitchFamily="18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30503628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31BCDDE-0ED2-4058-A73C-86AA579913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9941"/>
            <a:ext cx="12192000" cy="1368000"/>
          </a:xfrm>
        </p:spPr>
        <p:txBody>
          <a:bodyPr>
            <a:normAutofit/>
          </a:bodyPr>
          <a:lstStyle>
            <a:lvl1pPr algn="ctr">
              <a:defRPr sz="3200" b="1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12롯데마트드림Bold" panose="02020603020101020101" pitchFamily="18" charset="-127"/>
                <a:ea typeface="12롯데마트드림Bold" panose="02020603020101020101" pitchFamily="18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30372874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6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AB02AFB8-77AC-43AE-B3DD-8AC2EFA7FD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831FFF8-94B5-40D9-A00C-BD07E835AB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3AB5337-D728-46D2-B4B1-62B610A20ED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B57AFC-4772-4ED3-8719-96D500C0F9FB}" type="datetimeFigureOut">
              <a:rPr lang="ko-KR" altLang="en-US" smtClean="0"/>
              <a:t>2026-06-07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D602AAA-36D1-4017-82AD-967E6F1CC1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6715719-EA05-4113-BF6E-E0504D353F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CE99D6-4630-4502-8353-2796775DB58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859669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  <p:sldLayoutId id="2147483719" r:id="rId2"/>
    <p:sldLayoutId id="2147483720" r:id="rId3"/>
    <p:sldLayoutId id="2147483721" r:id="rId4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789E92B1-D123-3ADE-F3C0-5FABF1BAA63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3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/>
            <a:endParaRPr kumimoji="1"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8D34AD73-AB8F-4E66-B90F-B07298D734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5924" y="1072251"/>
            <a:ext cx="10280152" cy="5300481"/>
          </a:xfrm>
        </p:spPr>
        <p:txBody>
          <a:bodyPr>
            <a:noAutofit/>
          </a:bodyPr>
          <a:lstStyle/>
          <a:p>
            <a:pPr algn="l" eaLnBrk="1" latinLnBrk="0"/>
            <a:r>
              <a:rPr lang="en-US" altLang="ko-KR" sz="4800" dirty="0"/>
              <a:t>(CONTENT)</a:t>
            </a:r>
            <a:endParaRPr lang="en-US" altLang="ko-KR" sz="4800" dirty="0">
              <a:solidFill>
                <a:schemeClr val="bg1"/>
              </a:solidFill>
              <a:latin typeface="나눔스퀘어라운드 Bold" panose="020B0600000101010101" pitchFamily="50" charset="-127"/>
              <a:ea typeface="나눔스퀘어라운드 Bold" panose="020B0600000101010101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12023EF-FC50-7ED3-1637-94A45A079F06}"/>
              </a:ext>
            </a:extLst>
          </p:cNvPr>
          <p:cNvSpPr txBox="1"/>
          <p:nvPr/>
        </p:nvSpPr>
        <p:spPr>
          <a:xfrm>
            <a:off x="214312" y="486372"/>
            <a:ext cx="670083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3200" b="1" dirty="0">
                <a:ln w="12700">
                  <a:solidFill>
                    <a:prstClr val="black"/>
                  </a:solidFill>
                </a:ln>
                <a:solidFill>
                  <a:schemeClr val="accent4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12롯데마트드림Bold" panose="02020603020101020101"/>
                <a:cs typeface="+mj-cs"/>
              </a:rPr>
              <a:t>(BOOK)</a:t>
            </a:r>
            <a:r>
              <a:rPr kumimoji="1" lang="ko-KR" altLang="en-US" sz="3200" b="1" dirty="0">
                <a:ln w="12700">
                  <a:solidFill>
                    <a:prstClr val="black"/>
                  </a:solidFill>
                </a:ln>
                <a:solidFill>
                  <a:schemeClr val="accent4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12롯데마트드림Bold" panose="02020603020101020101"/>
                <a:cs typeface="+mj-cs"/>
              </a:rPr>
              <a:t> </a:t>
            </a:r>
            <a:r>
              <a:rPr kumimoji="1" lang="en-US" altLang="ko-KR" sz="3200" b="1" dirty="0">
                <a:ln w="12700">
                  <a:solidFill>
                    <a:prstClr val="black"/>
                  </a:solidFill>
                </a:ln>
                <a:solidFill>
                  <a:schemeClr val="accent4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12롯데마트드림Bold" panose="02020603020101020101"/>
                <a:cs typeface="+mj-cs"/>
              </a:rPr>
              <a:t>(CHAPTER)</a:t>
            </a:r>
            <a:r>
              <a:rPr kumimoji="1" lang="ko-KR" altLang="en-US" sz="3200" b="1" dirty="0">
                <a:ln w="12700">
                  <a:solidFill>
                    <a:prstClr val="black"/>
                  </a:solidFill>
                </a:ln>
                <a:solidFill>
                  <a:schemeClr val="accent4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12롯데마트드림Bold" panose="02020603020101020101"/>
                <a:cs typeface="+mj-cs"/>
              </a:rPr>
              <a:t> </a:t>
            </a:r>
            <a:r>
              <a:rPr kumimoji="1" lang="en-US" altLang="ko-KR" sz="3200" b="1" dirty="0">
                <a:ln w="12700">
                  <a:solidFill>
                    <a:prstClr val="black"/>
                  </a:solidFill>
                </a:ln>
                <a:solidFill>
                  <a:schemeClr val="accent4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12롯데마트드림Bold" panose="02020603020101020101"/>
                <a:cs typeface="+mj-cs"/>
              </a:rPr>
              <a:t>(VERSE)</a:t>
            </a:r>
            <a:endParaRPr kumimoji="1" lang="ko-KR" altLang="en-US" sz="1400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53320514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F738F96D-BD5B-4662-B689-539D9B6E1AAC}">
  <we:reference id="wa200010725" version="1.0.0.1" store="ko-KR" storeType="OMEX"/>
  <we:alternateReferences>
    <we:reference id="WA200010725" version="1.0.0.1" store="" storeType="OMEX"/>
  </we:alternateReferences>
  <we:properties>
    <we:property name="claude.fileId" value="&quot;af4de87a-b06a-4e66-8f5b-ea6005a6cdcb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1463</TotalTime>
  <Words>12</Words>
  <Application>Microsoft Office PowerPoint</Application>
  <PresentationFormat>와이드스크린</PresentationFormat>
  <Paragraphs>2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6" baseType="lpstr">
      <vt:lpstr>12롯데마트드림Bold</vt:lpstr>
      <vt:lpstr>나눔스퀘어라운드 Bold</vt:lpstr>
      <vt:lpstr>맑은 고딕</vt:lpstr>
      <vt:lpstr>Arial</vt:lpstr>
      <vt:lpstr>1_Office 테마</vt:lpstr>
      <vt:lpstr>(CONTENT)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[TITLE: ][CHAP::][PARA]</dc:title>
  <dc:creator>Yongjin Kim</dc:creator>
  <cp:lastModifiedBy>성민 김</cp:lastModifiedBy>
  <cp:revision>55</cp:revision>
  <dcterms:modified xsi:type="dcterms:W3CDTF">2026-06-08T03:31:43Z</dcterms:modified>
</cp:coreProperties>
</file>